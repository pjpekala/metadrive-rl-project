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49726d1ea_0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d49726d1ea_0_4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3d49726d1ea_0_4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d1163865d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dd1163865d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dd1163865d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49726d1ea_0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d49726d1ea_0_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3d49726d1ea_0_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9726d1ea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d49726d1ea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d49726d1ea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9726d1ea_0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d49726d1ea_0_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d49726d1ea_0_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9726d1ea_0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49726d1ea_0_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d49726d1ea_0_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ab00de96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d4ab00de96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4ab00de96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457200" y="137160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Vehicle Planning &amp; Control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Using Reinforcement Learning with MetaDrive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9260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457200" y="42976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600"/>
              <a:buFont typeface="Calibri"/>
              <a:buNone/>
            </a:pPr>
            <a:r>
              <a:rPr b="0" i="1" lang="en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Team Members: Kaivalya Jadhav and Paul Pekala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457200" y="470916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lang="en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Apri 04 </a:t>
            </a:r>
            <a:r>
              <a:rPr b="0" i="0" lang="en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/>
          <p:nvPr/>
        </p:nvSpPr>
        <p:spPr>
          <a:xfrm>
            <a:off x="457200" y="456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1" sz="26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 txBox="1"/>
          <p:nvPr/>
        </p:nvSpPr>
        <p:spPr>
          <a:xfrm>
            <a:off x="587400" y="872300"/>
            <a:ext cx="7969200" cy="386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MetaDrive simulator for autonomous driving research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Soft Actor-Critic (SAC) reinforcement learning algorithm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Train models with </a:t>
            </a: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Multi</a:t>
            </a: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-modal sensor observation: 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LiDAR Sparce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LiDAR Dense	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BEV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RGB Camera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Training on 800 unique maps, evaluation on 200 held-out maps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Total seed range: 0-799 (training), 800-999 (evaluation)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Target: 1 million timesteps per modality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457200" y="456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1" sz="26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587400" y="872300"/>
            <a:ext cx="7969200" cy="3483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 trained -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Sparse LiDAR 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■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Observation - 80 laser beams, 50m range 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■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- MlpPolicy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Dense LiDAR (240 beams, 100m) - MlpPolicy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■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Observation - 240 laser beams, 100m range 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■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- MlpPolicy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Both models trained to 1M timesteps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Trained </a:t>
            </a: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 800 unique maps, evaluation on 200 held-out maps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457200" y="456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Sparse LiDAR Training Progress</a:t>
            </a:r>
            <a:endParaRPr b="1" sz="3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113" y="594360"/>
            <a:ext cx="6411783" cy="424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2906"/>
            <a:ext cx="9144000" cy="38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457200" y="456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Dense </a:t>
            </a:r>
            <a:r>
              <a:rPr b="1" lang="en" sz="2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LiDAR Training Progress</a:t>
            </a:r>
            <a:endParaRPr b="1" sz="3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113" y="594360"/>
            <a:ext cx="6411783" cy="424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2906"/>
            <a:ext cx="9144000" cy="380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6105" y="594350"/>
            <a:ext cx="6411794" cy="424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457200" y="456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1" sz="26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659100" y="594350"/>
            <a:ext cx="7969200" cy="444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 is to train two more models  - 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Bird's Eye View -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■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Top-down semantic segmentation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■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128x128 image observation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■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- CnnPolicy (convolutional neural network)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RGB Camera -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■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128x128 image observation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■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- CnnPolicy (convolutional neural network)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Expected challenges: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Higher dimensional input (3 channels vs LiDAR)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May require more training timesteps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Potential advantages:</a:t>
            </a:r>
            <a:endParaRPr sz="18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Richer visual information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More realistic sensor setup</a:t>
            </a:r>
            <a:endParaRPr sz="1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158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158158"/>
                </a:solidFill>
                <a:latin typeface="Calibri"/>
                <a:ea typeface="Calibri"/>
                <a:cs typeface="Calibri"/>
                <a:sym typeface="Calibri"/>
              </a:rPr>
              <a:t>Autonomous Vehicle Planning and Control - Kaivalya Jadhav and Paul Pekala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365760" y="841248"/>
            <a:ext cx="2697480" cy="4160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/>
          <p:nvPr/>
        </p:nvSpPr>
        <p:spPr>
          <a:xfrm>
            <a:off x="3268980" y="841248"/>
            <a:ext cx="2697480" cy="4160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/>
          <p:nvPr/>
        </p:nvSpPr>
        <p:spPr>
          <a:xfrm>
            <a:off x="6172200" y="841248"/>
            <a:ext cx="2697480" cy="4160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/>
          <p:nvPr/>
        </p:nvSpPr>
        <p:spPr>
          <a:xfrm>
            <a:off x="530352" y="969264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15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58158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22"/>
          <p:cNvCxnSpPr/>
          <p:nvPr/>
        </p:nvCxnSpPr>
        <p:spPr>
          <a:xfrm>
            <a:off x="530352" y="1316736"/>
            <a:ext cx="2368296" cy="0"/>
          </a:xfrm>
          <a:prstGeom prst="straightConnector1">
            <a:avLst/>
          </a:prstGeom>
          <a:noFill/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2"/>
          <p:cNvSpPr/>
          <p:nvPr/>
        </p:nvSpPr>
        <p:spPr>
          <a:xfrm>
            <a:off x="3433572" y="969264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15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58158"/>
                </a:solidFill>
                <a:latin typeface="Calibri"/>
                <a:ea typeface="Calibri"/>
                <a:cs typeface="Calibri"/>
                <a:sym typeface="Calibri"/>
              </a:rPr>
              <a:t>Training Progress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22"/>
          <p:cNvCxnSpPr/>
          <p:nvPr/>
        </p:nvCxnSpPr>
        <p:spPr>
          <a:xfrm>
            <a:off x="3433572" y="1316736"/>
            <a:ext cx="2368296" cy="0"/>
          </a:xfrm>
          <a:prstGeom prst="straightConnector1">
            <a:avLst/>
          </a:prstGeom>
          <a:noFill/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2"/>
          <p:cNvSpPr/>
          <p:nvPr/>
        </p:nvSpPr>
        <p:spPr>
          <a:xfrm>
            <a:off x="6336792" y="969264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15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58158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22"/>
          <p:cNvCxnSpPr/>
          <p:nvPr/>
        </p:nvCxnSpPr>
        <p:spPr>
          <a:xfrm>
            <a:off x="6336792" y="1316736"/>
            <a:ext cx="2368296" cy="0"/>
          </a:xfrm>
          <a:prstGeom prst="straightConnector1">
            <a:avLst/>
          </a:prstGeom>
          <a:noFill/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22"/>
          <p:cNvSpPr/>
          <p:nvPr/>
        </p:nvSpPr>
        <p:spPr>
          <a:xfrm>
            <a:off x="457200" y="1389888"/>
            <a:ext cx="2514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MetaDrive simulator for autonomous driving research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Soft Actor-Critic (SAC) reinforcement learning algorithm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Multi-modal sensor observations: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LiDAR Sparse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LiDAR Dense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BEV (Bird's Eye View)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RGB Camera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Training on 800 unique maps, evaluation on 200 held-out maps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Seed range: 0–799 (train), 800–999 (eval)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Target: 1 million timesteps per modality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3360420" y="1389888"/>
            <a:ext cx="2514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Models trained: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Sparse 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Observation – 80 laser beams, 50m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– MlpPolicy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Dense 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Observation – 240 laser beams, 100m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– MlpPolicy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Both models trained to 1M timesteps 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Trained on 800 unique maps, evaluation on 200 held-out maps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6263615" y="1316713"/>
            <a:ext cx="25146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step: train two more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Bird's Eye View (BEV)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Top-down semantic segmentation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128×128 image observation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– CnnPolicy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RGB Camera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128×128 image observation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0287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Policy Used – CnnPolicy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Expected challenges: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Higher dimensional input (3 channels vs LiDAR)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May require more training timesteps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Potential advantages: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Richer visual information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More realistic sensor setup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