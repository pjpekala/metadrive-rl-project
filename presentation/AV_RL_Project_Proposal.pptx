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U6jSLvicAOfMsYnob/V6q76e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a108976e6_4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g3da108976e6_4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" name="Google Shape;16;g3da108976e6_4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a108976e6_4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da108976e6_4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g3da108976e6_4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a108976e6_4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da108976e6_4_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g3da108976e6_4_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a108976e6_4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a108976e6_4_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da108976e6_4_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a108976e6_4_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Vehicle Planning &amp; Control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da108976e6_4_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Using Reinforcement Learning with MetaDrive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g3da108976e6_4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926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da108976e6_4_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Team Members: Kaivalya Jadhav and Paul Pekala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a108976e6_4_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-US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March </a:t>
            </a:r>
            <a:r>
              <a:rPr b="0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a108976e6_4_12"/>
          <p:cNvSpPr/>
          <p:nvPr/>
        </p:nvSpPr>
        <p:spPr>
          <a:xfrm>
            <a:off x="457200" y="3657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a108976e6_4_12"/>
          <p:cNvSpPr/>
          <p:nvPr/>
        </p:nvSpPr>
        <p:spPr>
          <a:xfrm>
            <a:off x="457200" y="1188726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" name="Google Shape;30;g3da108976e6_4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9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3da108976e6_4_12"/>
          <p:cNvSpPr/>
          <p:nvPr/>
        </p:nvSpPr>
        <p:spPr>
          <a:xfrm>
            <a:off x="1280160" y="1289725"/>
            <a:ext cx="694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a108976e6_4_12"/>
          <p:cNvSpPr/>
          <p:nvPr/>
        </p:nvSpPr>
        <p:spPr>
          <a:xfrm>
            <a:off x="1280160" y="1737360"/>
            <a:ext cx="71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Autonomous driving systems must balance observation richness with computational efficiency. While compact sensor representations enable fast learning, richer perceptual inputs may improve safety and spatial reasoning in complex scenarios.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a108976e6_4_12"/>
          <p:cNvSpPr/>
          <p:nvPr/>
        </p:nvSpPr>
        <p:spPr>
          <a:xfrm>
            <a:off x="457200" y="2651783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da108976e6_4_12"/>
          <p:cNvSpPr/>
          <p:nvPr/>
        </p:nvSpPr>
        <p:spPr>
          <a:xfrm>
            <a:off x="457200" y="3108949"/>
            <a:ext cx="2651700" cy="165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" name="Google Shape;35;g3da108976e6_4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da108976e6_4_12"/>
          <p:cNvSpPr/>
          <p:nvPr/>
        </p:nvSpPr>
        <p:spPr>
          <a:xfrm>
            <a:off x="1188720" y="3364992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Evaluate Sensor Modalities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a108976e6_4_12"/>
          <p:cNvSpPr/>
          <p:nvPr/>
        </p:nvSpPr>
        <p:spPr>
          <a:xfrm>
            <a:off x="640075" y="3844401"/>
            <a:ext cx="22860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Goal: Compare multiple sensor representations for autonomous driving RL. Approach: Train agents with different observation types in controlled 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da108976e6_4_12"/>
          <p:cNvSpPr/>
          <p:nvPr/>
        </p:nvSpPr>
        <p:spPr>
          <a:xfrm>
            <a:off x="3346700" y="3108949"/>
            <a:ext cx="2651700" cy="165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" name="Google Shape;39;g3da108976e6_4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1024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da108976e6_4_12"/>
          <p:cNvSpPr/>
          <p:nvPr/>
        </p:nvSpPr>
        <p:spPr>
          <a:xfrm>
            <a:off x="4078224" y="3364992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Measure Safety &amp; Performance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a108976e6_4_12"/>
          <p:cNvSpPr/>
          <p:nvPr/>
        </p:nvSpPr>
        <p:spPr>
          <a:xfrm>
            <a:off x="3529575" y="3844551"/>
            <a:ext cx="22860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Goal: Quantify tradeoffs between sensor richness and learning effectiveness. Approach: Evaluate collision rates, task completion, and sample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a108976e6_4_12"/>
          <p:cNvSpPr/>
          <p:nvPr/>
        </p:nvSpPr>
        <p:spPr>
          <a:xfrm>
            <a:off x="6236200" y="3108949"/>
            <a:ext cx="2651700" cy="165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" name="Google Shape;43;g3da108976e6_4_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528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da108976e6_4_12"/>
          <p:cNvSpPr/>
          <p:nvPr/>
        </p:nvSpPr>
        <p:spPr>
          <a:xfrm>
            <a:off x="6967728" y="3364992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Test Generalization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da108976e6_4_12"/>
          <p:cNvSpPr/>
          <p:nvPr/>
        </p:nvSpPr>
        <p:spPr>
          <a:xfrm>
            <a:off x="6419100" y="3844551"/>
            <a:ext cx="22860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Goal: Assess robustness of learned policies across diverse unseen scenarios. Approach: Evaluate all conditions on held-out maps and measure transfer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108976e6_4_3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da108976e6_4_34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da108976e6_4_34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g3da108976e6_4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da108976e6_4_34"/>
          <p:cNvSpPr/>
          <p:nvPr/>
        </p:nvSpPr>
        <p:spPr>
          <a:xfrm>
            <a:off x="1463040" y="1170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MetaDrive Simulation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da108976e6_4_34"/>
          <p:cNvSpPr/>
          <p:nvPr/>
        </p:nvSpPr>
        <p:spPr>
          <a:xfrm>
            <a:off x="1463040" y="150876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Procedurally generated maps with train/held-out split for generalization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Multi-modal sensor support: sparse/dense LiDAR, BEV semantic maps, RGB cameras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a108976e6_4_34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da108976e6_4_34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g3da108976e6_4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da108976e6_4_34"/>
          <p:cNvSpPr/>
          <p:nvPr/>
        </p:nvSpPr>
        <p:spPr>
          <a:xfrm>
            <a:off x="1463040" y="2450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Experimental Conditions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a108976e6_4_34"/>
          <p:cNvSpPr/>
          <p:nvPr/>
        </p:nvSpPr>
        <p:spPr>
          <a:xfrm>
            <a:off x="1463040" y="278892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Condition 1: Sparse LiDAR (Baseline)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Condition 2: Dense LiDAR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Condition 3: Semantic BEV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Condition 4: RGB Camera (Front-facing)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a108976e6_4_34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da108976e6_4_34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g3da108976e6_4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3703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da108976e6_4_34"/>
          <p:cNvSpPr/>
          <p:nvPr/>
        </p:nvSpPr>
        <p:spPr>
          <a:xfrm>
            <a:off x="1463040" y="37307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Learning Approach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da108976e6_4_34"/>
          <p:cNvSpPr/>
          <p:nvPr/>
        </p:nvSpPr>
        <p:spPr>
          <a:xfrm>
            <a:off x="1463040" y="406908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Algorithm: Proximal Policy Optimization (PPO) - stable on-policy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Consistent architecture choices within modality type (MLP for 1D, CNN for 2D)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Hyperparameter tuning for each sensor modality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108976e6_4_5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da108976e6_4_54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Experimental Conditions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a108976e6_4_54"/>
          <p:cNvSpPr/>
          <p:nvPr/>
        </p:nvSpPr>
        <p:spPr>
          <a:xfrm>
            <a:off x="548640" y="1463040"/>
            <a:ext cx="3931800" cy="1307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da108976e6_4_54"/>
          <p:cNvSpPr/>
          <p:nvPr/>
        </p:nvSpPr>
        <p:spPr>
          <a:xfrm>
            <a:off x="548640" y="1463039"/>
            <a:ext cx="45720" cy="1302185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da108976e6_4_54"/>
          <p:cNvSpPr/>
          <p:nvPr/>
        </p:nvSpPr>
        <p:spPr>
          <a:xfrm>
            <a:off x="685800" y="191108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Training Protocol: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da108976e6_4_54"/>
          <p:cNvSpPr/>
          <p:nvPr/>
        </p:nvSpPr>
        <p:spPr>
          <a:xfrm>
            <a:off x="1828800" y="1467567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Environment setup, shared training &amp; eval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da108976e6_4_54"/>
          <p:cNvSpPr/>
          <p:nvPr/>
        </p:nvSpPr>
        <p:spPr>
          <a:xfrm>
            <a:off x="685800" y="18745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a108976e6_4_54"/>
          <p:cNvSpPr/>
          <p:nvPr/>
        </p:nvSpPr>
        <p:spPr>
          <a:xfrm>
            <a:off x="1828800" y="1874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Individual sensor/model development (lidar MLP / BEV CNN)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a108976e6_4_54"/>
          <p:cNvSpPr/>
          <p:nvPr/>
        </p:nvSpPr>
        <p:spPr>
          <a:xfrm>
            <a:off x="1828800" y="231800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Held-out map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a108976e6_4_54"/>
          <p:cNvSpPr/>
          <p:nvPr/>
        </p:nvSpPr>
        <p:spPr>
          <a:xfrm>
            <a:off x="4754880" y="10515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g3da108976e6_4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28" y="16063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a108976e6_4_54"/>
          <p:cNvSpPr/>
          <p:nvPr/>
        </p:nvSpPr>
        <p:spPr>
          <a:xfrm>
            <a:off x="5166348" y="160638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Primary Metrics: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a108976e6_4_54"/>
          <p:cNvSpPr/>
          <p:nvPr/>
        </p:nvSpPr>
        <p:spPr>
          <a:xfrm>
            <a:off x="5166352" y="1933461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Collision rate per episode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a108976e6_4_54"/>
          <p:cNvSpPr/>
          <p:nvPr/>
        </p:nvSpPr>
        <p:spPr>
          <a:xfrm>
            <a:off x="5166352" y="2150578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Route completion (success)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g3da108976e6_4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28" y="3585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a108976e6_4_54"/>
          <p:cNvSpPr/>
          <p:nvPr/>
        </p:nvSpPr>
        <p:spPr>
          <a:xfrm>
            <a:off x="5166348" y="35857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a108976e6_4_54"/>
          <p:cNvSpPr/>
          <p:nvPr/>
        </p:nvSpPr>
        <p:spPr>
          <a:xfrm>
            <a:off x="5349227" y="3542382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a108976e6_4_54"/>
          <p:cNvSpPr/>
          <p:nvPr/>
        </p:nvSpPr>
        <p:spPr>
          <a:xfrm>
            <a:off x="457200" y="333755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Experiment </a:t>
            </a: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a108976e6_4_54"/>
          <p:cNvSpPr/>
          <p:nvPr/>
        </p:nvSpPr>
        <p:spPr>
          <a:xfrm>
            <a:off x="548645" y="3749050"/>
            <a:ext cx="402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Baseline | Sparse LiDAR + state | MLP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Dense LiDAR | High-res spatial scan | MLP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Semantic BEV | Top-down semantic map | CNN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RGB Camera | Front-facing visual | CNN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a108976e6_4_54"/>
          <p:cNvSpPr/>
          <p:nvPr/>
        </p:nvSpPr>
        <p:spPr>
          <a:xfrm>
            <a:off x="0" y="4754900"/>
            <a:ext cx="9144000" cy="3693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da108976e6_4_54"/>
          <p:cNvSpPr/>
          <p:nvPr/>
        </p:nvSpPr>
        <p:spPr>
          <a:xfrm>
            <a:off x="5212077" y="3900138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Performance across scenarios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a108976e6_4_54"/>
          <p:cNvSpPr/>
          <p:nvPr/>
        </p:nvSpPr>
        <p:spPr>
          <a:xfrm>
            <a:off x="5212077" y="4128738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Transfer to unseen maps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a108976e6_4_54"/>
          <p:cNvSpPr/>
          <p:nvPr/>
        </p:nvSpPr>
        <p:spPr>
          <a:xfrm>
            <a:off x="5166352" y="2342703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Off-Road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g3da108976e6_4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15" y="263433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a108976e6_4_54"/>
          <p:cNvSpPr/>
          <p:nvPr/>
        </p:nvSpPr>
        <p:spPr>
          <a:xfrm>
            <a:off x="5166335" y="2634333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a108976e6_4_54"/>
          <p:cNvSpPr/>
          <p:nvPr/>
        </p:nvSpPr>
        <p:spPr>
          <a:xfrm>
            <a:off x="5212065" y="2916790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Average speed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a108976e6_4_54"/>
          <p:cNvSpPr/>
          <p:nvPr/>
        </p:nvSpPr>
        <p:spPr>
          <a:xfrm>
            <a:off x="5212065" y="3145390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Trip completion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2026-02-28T15:19:38Z</dcterms:created>
  <dc:creator>AV-RL Team</dc:creator>
</cp:coreProperties>
</file>