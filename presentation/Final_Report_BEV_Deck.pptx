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Vehicle Planning and Control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2240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Reinforcement Learning with MetaDrive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Members: Kaivalya Jadhav and Paul Pekala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66928" y="338328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490118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583 Final Report Draft | Slide 1/11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583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Reused from prior check-in content with final status context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1572768"/>
            <a:ext cx="8046720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MetaDrive simulator for autonomous driving research.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Actor-Critic (SAC) reinforcement learning algorithm.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Multi-modal sensor observations: Sparse LiDAR, Dense LiDAR, BEV, RGB camera.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on 800 unique maps, evaluation on 200 held-out maps.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split: 0-799 (train), 800-999 (evaluation).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94360" y="4187952"/>
            <a:ext cx="8001000" cy="640080"/>
          </a:xfrm>
          <a:prstGeom prst="roundRect">
            <a:avLst>
              <a:gd name="adj" fmla="val 5714"/>
            </a:avLst>
          </a:prstGeom>
          <a:solidFill>
            <a:srgbClr val="F2F5FB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440740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focus of this draft: BEV training approach changes and high-level experiment outcomes.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90118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583 Final Report Draft | Slide 2/11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583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and Objectives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Adapted from proposal slides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30352" y="1572768"/>
            <a:ext cx="38862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49808" y="2148840"/>
            <a:ext cx="347472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driving systems must balance observation richness and computational efficiency.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Richer perception can improve decision quality, but image observations are harder to train reliably.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572768"/>
            <a:ext cx="38862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783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Objectives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83480" y="2148840"/>
            <a:ext cx="347472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sensor modalities under a shared protocol.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safety/performance tradeoffs (success, collision, off-road).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generalization on held-out maps.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" y="490118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583 Final Report Draft | Slide 3/11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583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Mostly unchanged from proposal/check-in; BEV updates added later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795528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Simulation: MetaDrive with train/held-out seed split.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conditions: Sparse LiDAR, Dense LiDAR, Semantic BEV, RGB camera.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choices: MLP for 1D inputs, CNN/MultiInput for image modalities.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metrics: success rate, collision rate, out-of-road rate, reward.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evaluation run independently from training loop.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4526280"/>
            <a:ext cx="7955280" cy="347472"/>
          </a:xfrm>
          <a:prstGeom prst="roundRect">
            <a:avLst>
              <a:gd name="adj" fmla="val 5263"/>
            </a:avLst>
          </a:prstGeom>
          <a:solidFill>
            <a:srgbClr val="F2F5FB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626864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 changes for BEV were implementation-level (stability + checkpoint strategy), not objective-level.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90118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583 Final Report Draft | Slide 4/11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583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Progress Snapshot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Reusing check-in framing with updated status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8046720" cy="246888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45720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summary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Sparse LiDAR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Trained and evaluated; strong success on held-out maps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Dense LiDAR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Trained and evaluated; strong success on held-out maps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Multiple staged runs; best checkpoint selected by held-out sweep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RGB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progress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Partner currently completing training/evaluation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3434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this draft intentionally leaves room for partner LiDAR/RGB final details.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90118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583 Final Report Draft | Slide 5/11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583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Approach Updates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deltas from previous plan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795528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Shifted from single long BEV run to staged continuation from strongest prior checkpoint.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resume-safe training behavior to enforce desktop-safe hyperparameters on checkpoint load.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conservative image-training setup to avoid crashes: 1 env, dummy vec env, no inline eval.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model by held-out checkpoint sweeps instead of using final timestep by default.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8368" y="4462272"/>
            <a:ext cx="7955280" cy="384048"/>
          </a:xfrm>
          <a:prstGeom prst="roundRect">
            <a:avLst>
              <a:gd name="adj" fmla="val 4762"/>
            </a:avLst>
          </a:prstGeom>
          <a:solidFill>
            <a:srgbClr val="EEF7EE"/>
          </a:solidFill>
          <a:ln w="12700">
            <a:solidFill>
              <a:srgbClr val="D9EA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572000"/>
            <a:ext cx="7543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outcome: improved stability for multi-day BEV runs on desktop hardware.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90118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583 Final Report Draft | Slide 6/11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583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Experiment Timeline (High-Level)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Summarized from git history and run logs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91640"/>
          <a:ext cx="8046720" cy="3108960"/>
        </p:xfrm>
        <a:graphic>
          <a:graphicData uri="http://schemas.openxmlformats.org/drawingml/2006/table">
            <a:tbl>
              <a:tblPr/>
              <a:tblGrid>
                <a:gridCol w="2011680"/>
                <a:gridCol w="5760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High-level 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BEV setup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Semantic top-down camera + image pipeline enabled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Stability fixes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Shape/config fixes, mixed precision options, env backend tuning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 controls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Memory-budget controls and headless/runpod compatibility fixes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Training controls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Hyperparameter flags and refactoring for repeatable runs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staging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Continuation from 2.6M checkpoint with stage-wise evaluation sweeps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21792" y="4754880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intended as attempt-history context, not a full method slide.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65760" y="490118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583 Final Report Draft | Slide 7/11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583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Results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High-level checkpoint comparison (held-out, 200 episodes)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8046720" cy="237744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28016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Checkpoint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Success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Collision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Out-of-road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Reward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2.600M baseline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226.46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3.411M (Stage1 best)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234.24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3.411M (Stage2 re-eval)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4.200M final model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D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207.60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selected BEV checkpoint: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743200" y="424281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models/bev_best_from_2600k/bev/checkpoints/sac_metadrive_3411856_steps.zip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4590288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collision and out-of-road are not mutually exclusive event flags.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65760" y="490118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583 Final Report Draft | Slide 8/11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583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Findings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points for experiments/results section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58368" y="1664208"/>
            <a:ext cx="7955280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performance improved substantially vs the 2.6M baseline checkpoint.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policy emerged before the final training endpoint (non-monotonic SAC behavior).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 selection by held-out evaluation was essential for final model choice.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 training alone did not guarantee better policy quality.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lesson: stable systems setup + evaluation discipline mattered as much as algorithm settings.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8368" y="4572000"/>
            <a:ext cx="7955280" cy="274320"/>
          </a:xfrm>
          <a:prstGeom prst="roundRect">
            <a:avLst>
              <a:gd name="adj" fmla="val 6667"/>
            </a:avLst>
          </a:prstGeom>
          <a:solidFill>
            <a:srgbClr val="FFF4E8"/>
          </a:solidFill>
          <a:ln w="12700">
            <a:solidFill>
              <a:srgbClr val="F8D7B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654296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D7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as the bridge slide to partner LiDAR/RGB final result sections.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90118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583 Final Report Draft | Slide 9/11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583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and RGB Final Results (Partner Section)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reserved for partner integration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3886200" cy="3429000"/>
          </a:xfrm>
          <a:prstGeom prst="roundRect">
            <a:avLst>
              <a:gd name="adj" fmla="val 106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20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results block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342900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final sparse/dense plots or summary table.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episode count alignment for fair comparison.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Highlight best LiDAR model and key safety metrics.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691640"/>
            <a:ext cx="3886200" cy="3429000"/>
          </a:xfrm>
          <a:prstGeom prst="roundRect">
            <a:avLst>
              <a:gd name="adj" fmla="val 106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9472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 results block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19472" y="2331720"/>
            <a:ext cx="338328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training status and held-out evaluation metrics.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 quality vs compute tradeoffs for RGB.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representative curve or checkpoint sweep if available.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490118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583 Final Report Draft | Slide 10/11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583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conclusion pending final partner metrics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58368" y="1700784"/>
            <a:ext cx="7955280" cy="2880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pipeline established a reproducible benchmark across sensor modalities.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required additional engineering controls and checkpoint-based selection to achieve stable gains.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best BEV checkpoint outperforms baseline but is not the final timestep model.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F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integrated conclusions will include partner LiDAR/RGB updates and cross-modality comparison.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58368" y="45262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490118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583 Final Report Draft | Slide 11/11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CIS 583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Vehicle Planning and Control - Final Report Draft</dc:title>
  <dc:subject>Final report draft with BEV updates</dc:subject>
  <dc:creator>Kaivalya Jadhav, Paul Pekala</dc:creator>
  <cp:lastModifiedBy>Kaivalya Jadhav, Paul Pekala</cp:lastModifiedBy>
  <cp:revision>1</cp:revision>
  <dcterms:created xsi:type="dcterms:W3CDTF">2026-04-17T00:13:47Z</dcterms:created>
  <dcterms:modified xsi:type="dcterms:W3CDTF">2026-04-17T00:13:47Z</dcterms:modified>
</cp:coreProperties>
</file>